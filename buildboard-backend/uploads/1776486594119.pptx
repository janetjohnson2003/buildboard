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1"/>
  </p:sldMasterIdLst>
  <p:notesMasterIdLst>
    <p:notesMasterId r:id="rId14"/>
  </p:notesMasterIdLst>
  <p:sldIdLst>
    <p:sldId id="272" r:id="rId2"/>
    <p:sldId id="266" r:id="rId3"/>
    <p:sldId id="273" r:id="rId4"/>
    <p:sldId id="267" r:id="rId5"/>
    <p:sldId id="274" r:id="rId6"/>
    <p:sldId id="268" r:id="rId7"/>
    <p:sldId id="279" r:id="rId8"/>
    <p:sldId id="269" r:id="rId9"/>
    <p:sldId id="275" r:id="rId10"/>
    <p:sldId id="276" r:id="rId11"/>
    <p:sldId id="270" r:id="rId12"/>
    <p:sldId id="27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C9D91A-0388-457E-85DE-1E59A7C230C6}" v="22" dt="2026-04-16T06:06:42.5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94"/>
    <p:restoredTop sz="95033" autoAdjust="0"/>
  </p:normalViewPr>
  <p:slideViewPr>
    <p:cSldViewPr snapToGrid="0">
      <p:cViewPr varScale="1">
        <p:scale>
          <a:sx n="78" d="100"/>
          <a:sy n="78" d="100"/>
        </p:scale>
        <p:origin x="1656" y="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nchana Aithappa" userId="89dcf510042f05fd" providerId="LiveId" clId="{DD6C7174-52C8-4B0E-A6E1-98C574A16243}"/>
    <pc:docChg chg="undo custSel addSld delSld modSld">
      <pc:chgData name="Chinchana Aithappa" userId="89dcf510042f05fd" providerId="LiveId" clId="{DD6C7174-52C8-4B0E-A6E1-98C574A16243}" dt="2026-04-16T06:06:49.512" v="1799" actId="1076"/>
      <pc:docMkLst>
        <pc:docMk/>
      </pc:docMkLst>
      <pc:sldChg chg="modSp mod">
        <pc:chgData name="Chinchana Aithappa" userId="89dcf510042f05fd" providerId="LiveId" clId="{DD6C7174-52C8-4B0E-A6E1-98C574A16243}" dt="2026-04-16T06:02:41.075" v="1791" actId="20577"/>
        <pc:sldMkLst>
          <pc:docMk/>
          <pc:sldMk cId="521187798" sldId="266"/>
        </pc:sldMkLst>
        <pc:spChg chg="mod">
          <ac:chgData name="Chinchana Aithappa" userId="89dcf510042f05fd" providerId="LiveId" clId="{DD6C7174-52C8-4B0E-A6E1-98C574A16243}" dt="2026-04-14T09:40:03.181" v="1003" actId="1076"/>
          <ac:spMkLst>
            <pc:docMk/>
            <pc:sldMk cId="521187798" sldId="266"/>
            <ac:spMk id="2" creationId="{224D2272-8C83-8EB9-15FC-D743974B3A50}"/>
          </ac:spMkLst>
        </pc:spChg>
        <pc:spChg chg="mod">
          <ac:chgData name="Chinchana Aithappa" userId="89dcf510042f05fd" providerId="LiveId" clId="{DD6C7174-52C8-4B0E-A6E1-98C574A16243}" dt="2026-04-16T06:02:41.075" v="1791" actId="20577"/>
          <ac:spMkLst>
            <pc:docMk/>
            <pc:sldMk cId="521187798" sldId="266"/>
            <ac:spMk id="3" creationId="{E1DC4C4C-BF03-A8FB-48AE-D8065922B3B0}"/>
          </ac:spMkLst>
        </pc:spChg>
      </pc:sldChg>
      <pc:sldChg chg="addSp delSp modSp mod">
        <pc:chgData name="Chinchana Aithappa" userId="89dcf510042f05fd" providerId="LiveId" clId="{DD6C7174-52C8-4B0E-A6E1-98C574A16243}" dt="2026-04-16T05:52:23.227" v="1785" actId="1076"/>
        <pc:sldMkLst>
          <pc:docMk/>
          <pc:sldMk cId="4106930570" sldId="267"/>
        </pc:sldMkLst>
        <pc:spChg chg="mod">
          <ac:chgData name="Chinchana Aithappa" userId="89dcf510042f05fd" providerId="LiveId" clId="{DD6C7174-52C8-4B0E-A6E1-98C574A16243}" dt="2026-04-14T06:50:23.813" v="211" actId="1076"/>
          <ac:spMkLst>
            <pc:docMk/>
            <pc:sldMk cId="4106930570" sldId="267"/>
            <ac:spMk id="2" creationId="{224D2272-8C83-8EB9-15FC-D743974B3A50}"/>
          </ac:spMkLst>
        </pc:spChg>
        <pc:spChg chg="mod">
          <ac:chgData name="Chinchana Aithappa" userId="89dcf510042f05fd" providerId="LiveId" clId="{DD6C7174-52C8-4B0E-A6E1-98C574A16243}" dt="2026-04-16T05:51:48.054" v="1780" actId="20577"/>
          <ac:spMkLst>
            <pc:docMk/>
            <pc:sldMk cId="4106930570" sldId="267"/>
            <ac:spMk id="3" creationId="{E1DC4C4C-BF03-A8FB-48AE-D8065922B3B0}"/>
          </ac:spMkLst>
        </pc:spChg>
        <pc:graphicFrameChg chg="add del mod modGraphic">
          <ac:chgData name="Chinchana Aithappa" userId="89dcf510042f05fd" providerId="LiveId" clId="{DD6C7174-52C8-4B0E-A6E1-98C574A16243}" dt="2026-04-16T05:17:54.475" v="1682" actId="478"/>
          <ac:graphicFrameMkLst>
            <pc:docMk/>
            <pc:sldMk cId="4106930570" sldId="267"/>
            <ac:graphicFrameMk id="7" creationId="{CD7207B8-2BDF-4A69-6DC9-5DF5321DF771}"/>
          </ac:graphicFrameMkLst>
        </pc:graphicFrameChg>
        <pc:graphicFrameChg chg="add mod modGraphic">
          <ac:chgData name="Chinchana Aithappa" userId="89dcf510042f05fd" providerId="LiveId" clId="{DD6C7174-52C8-4B0E-A6E1-98C574A16243}" dt="2026-04-16T05:52:23.227" v="1785" actId="1076"/>
          <ac:graphicFrameMkLst>
            <pc:docMk/>
            <pc:sldMk cId="4106930570" sldId="267"/>
            <ac:graphicFrameMk id="8" creationId="{18D39A1E-46F3-1C53-17B6-71E5DD8A9EF4}"/>
          </ac:graphicFrameMkLst>
        </pc:graphicFrameChg>
      </pc:sldChg>
      <pc:sldChg chg="addSp delSp modSp mod">
        <pc:chgData name="Chinchana Aithappa" userId="89dcf510042f05fd" providerId="LiveId" clId="{DD6C7174-52C8-4B0E-A6E1-98C574A16243}" dt="2026-04-14T09:41:02.150" v="1008" actId="1076"/>
        <pc:sldMkLst>
          <pc:docMk/>
          <pc:sldMk cId="1941664686" sldId="268"/>
        </pc:sldMkLst>
        <pc:spChg chg="mod">
          <ac:chgData name="Chinchana Aithappa" userId="89dcf510042f05fd" providerId="LiveId" clId="{DD6C7174-52C8-4B0E-A6E1-98C574A16243}" dt="2026-04-14T09:41:02.150" v="1008" actId="1076"/>
          <ac:spMkLst>
            <pc:docMk/>
            <pc:sldMk cId="1941664686" sldId="268"/>
            <ac:spMk id="2" creationId="{224D2272-8C83-8EB9-15FC-D743974B3A50}"/>
          </ac:spMkLst>
        </pc:spChg>
        <pc:spChg chg="add del mod">
          <ac:chgData name="Chinchana Aithappa" userId="89dcf510042f05fd" providerId="LiveId" clId="{DD6C7174-52C8-4B0E-A6E1-98C574A16243}" dt="2026-04-14T08:59:09.496" v="622" actId="113"/>
          <ac:spMkLst>
            <pc:docMk/>
            <pc:sldMk cId="1941664686" sldId="268"/>
            <ac:spMk id="3" creationId="{E1DC4C4C-BF03-A8FB-48AE-D8065922B3B0}"/>
          </ac:spMkLst>
        </pc:spChg>
        <pc:picChg chg="add mod">
          <ac:chgData name="Chinchana Aithappa" userId="89dcf510042f05fd" providerId="LiveId" clId="{DD6C7174-52C8-4B0E-A6E1-98C574A16243}" dt="2026-04-14T09:00:01.516" v="629" actId="1076"/>
          <ac:picMkLst>
            <pc:docMk/>
            <pc:sldMk cId="1941664686" sldId="268"/>
            <ac:picMk id="12" creationId="{F8791DA2-701D-5E7E-132D-A7A5995FDAC6}"/>
          </ac:picMkLst>
        </pc:picChg>
      </pc:sldChg>
      <pc:sldChg chg="modSp mod">
        <pc:chgData name="Chinchana Aithappa" userId="89dcf510042f05fd" providerId="LiveId" clId="{DD6C7174-52C8-4B0E-A6E1-98C574A16243}" dt="2026-04-14T09:41:14.124" v="1009" actId="1076"/>
        <pc:sldMkLst>
          <pc:docMk/>
          <pc:sldMk cId="2188962429" sldId="269"/>
        </pc:sldMkLst>
        <pc:spChg chg="mod">
          <ac:chgData name="Chinchana Aithappa" userId="89dcf510042f05fd" providerId="LiveId" clId="{DD6C7174-52C8-4B0E-A6E1-98C574A16243}" dt="2026-04-14T09:41:14.124" v="1009" actId="1076"/>
          <ac:spMkLst>
            <pc:docMk/>
            <pc:sldMk cId="2188962429" sldId="269"/>
            <ac:spMk id="2" creationId="{224D2272-8C83-8EB9-15FC-D743974B3A50}"/>
          </ac:spMkLst>
        </pc:spChg>
        <pc:spChg chg="mod">
          <ac:chgData name="Chinchana Aithappa" userId="89dcf510042f05fd" providerId="LiveId" clId="{DD6C7174-52C8-4B0E-A6E1-98C574A16243}" dt="2026-04-14T09:36:38.303" v="999" actId="1076"/>
          <ac:spMkLst>
            <pc:docMk/>
            <pc:sldMk cId="2188962429" sldId="269"/>
            <ac:spMk id="3" creationId="{E1DC4C4C-BF03-A8FB-48AE-D8065922B3B0}"/>
          </ac:spMkLst>
        </pc:spChg>
      </pc:sldChg>
      <pc:sldChg chg="modSp mod">
        <pc:chgData name="Chinchana Aithappa" userId="89dcf510042f05fd" providerId="LiveId" clId="{DD6C7174-52C8-4B0E-A6E1-98C574A16243}" dt="2026-04-14T10:18:54.384" v="1323" actId="255"/>
        <pc:sldMkLst>
          <pc:docMk/>
          <pc:sldMk cId="3072706938" sldId="270"/>
        </pc:sldMkLst>
        <pc:spChg chg="mod">
          <ac:chgData name="Chinchana Aithappa" userId="89dcf510042f05fd" providerId="LiveId" clId="{DD6C7174-52C8-4B0E-A6E1-98C574A16243}" dt="2026-04-14T10:18:42.793" v="1322" actId="1076"/>
          <ac:spMkLst>
            <pc:docMk/>
            <pc:sldMk cId="3072706938" sldId="270"/>
            <ac:spMk id="2" creationId="{224D2272-8C83-8EB9-15FC-D743974B3A50}"/>
          </ac:spMkLst>
        </pc:spChg>
        <pc:spChg chg="mod">
          <ac:chgData name="Chinchana Aithappa" userId="89dcf510042f05fd" providerId="LiveId" clId="{DD6C7174-52C8-4B0E-A6E1-98C574A16243}" dt="2026-04-14T10:18:54.384" v="1323" actId="255"/>
          <ac:spMkLst>
            <pc:docMk/>
            <pc:sldMk cId="3072706938" sldId="270"/>
            <ac:spMk id="3" creationId="{E1DC4C4C-BF03-A8FB-48AE-D8065922B3B0}"/>
          </ac:spMkLst>
        </pc:spChg>
      </pc:sldChg>
      <pc:sldChg chg="modSp mod">
        <pc:chgData name="Chinchana Aithappa" userId="89dcf510042f05fd" providerId="LiveId" clId="{DD6C7174-52C8-4B0E-A6E1-98C574A16243}" dt="2026-04-16T04:57:49.862" v="1663" actId="20577"/>
        <pc:sldMkLst>
          <pc:docMk/>
          <pc:sldMk cId="4118449639" sldId="272"/>
        </pc:sldMkLst>
        <pc:spChg chg="mod">
          <ac:chgData name="Chinchana Aithappa" userId="89dcf510042f05fd" providerId="LiveId" clId="{DD6C7174-52C8-4B0E-A6E1-98C574A16243}" dt="2026-04-16T04:57:30.338" v="1661" actId="20577"/>
          <ac:spMkLst>
            <pc:docMk/>
            <pc:sldMk cId="4118449639" sldId="272"/>
            <ac:spMk id="5" creationId="{00000000-0000-0000-0000-000000000000}"/>
          </ac:spMkLst>
        </pc:spChg>
        <pc:spChg chg="mod">
          <ac:chgData name="Chinchana Aithappa" userId="89dcf510042f05fd" providerId="LiveId" clId="{DD6C7174-52C8-4B0E-A6E1-98C574A16243}" dt="2026-04-16T04:57:49.862" v="1663" actId="20577"/>
          <ac:spMkLst>
            <pc:docMk/>
            <pc:sldMk cId="4118449639" sldId="272"/>
            <ac:spMk id="27" creationId="{00000000-0000-0000-0000-000000000000}"/>
          </ac:spMkLst>
        </pc:spChg>
      </pc:sldChg>
      <pc:sldChg chg="modSp mod">
        <pc:chgData name="Chinchana Aithappa" userId="89dcf510042f05fd" providerId="LiveId" clId="{DD6C7174-52C8-4B0E-A6E1-98C574A16243}" dt="2026-04-16T06:06:49.512" v="1799" actId="1076"/>
        <pc:sldMkLst>
          <pc:docMk/>
          <pc:sldMk cId="3305090727" sldId="273"/>
        </pc:sldMkLst>
        <pc:spChg chg="mod">
          <ac:chgData name="Chinchana Aithappa" userId="89dcf510042f05fd" providerId="LiveId" clId="{DD6C7174-52C8-4B0E-A6E1-98C574A16243}" dt="2026-04-14T09:40:22.112" v="1004" actId="1076"/>
          <ac:spMkLst>
            <pc:docMk/>
            <pc:sldMk cId="3305090727" sldId="273"/>
            <ac:spMk id="2" creationId="{224D2272-8C83-8EB9-15FC-D743974B3A50}"/>
          </ac:spMkLst>
        </pc:spChg>
        <pc:spChg chg="mod">
          <ac:chgData name="Chinchana Aithappa" userId="89dcf510042f05fd" providerId="LiveId" clId="{DD6C7174-52C8-4B0E-A6E1-98C574A16243}" dt="2026-04-16T06:06:49.512" v="1799" actId="1076"/>
          <ac:spMkLst>
            <pc:docMk/>
            <pc:sldMk cId="3305090727" sldId="273"/>
            <ac:spMk id="3" creationId="{E1DC4C4C-BF03-A8FB-48AE-D8065922B3B0}"/>
          </ac:spMkLst>
        </pc:spChg>
      </pc:sldChg>
      <pc:sldChg chg="modSp mod">
        <pc:chgData name="Chinchana Aithappa" userId="89dcf510042f05fd" providerId="LiveId" clId="{DD6C7174-52C8-4B0E-A6E1-98C574A16243}" dt="2026-04-14T09:40:46.041" v="1006" actId="1076"/>
        <pc:sldMkLst>
          <pc:docMk/>
          <pc:sldMk cId="1366080521" sldId="274"/>
        </pc:sldMkLst>
        <pc:spChg chg="mod">
          <ac:chgData name="Chinchana Aithappa" userId="89dcf510042f05fd" providerId="LiveId" clId="{DD6C7174-52C8-4B0E-A6E1-98C574A16243}" dt="2026-04-14T09:40:46.041" v="1006" actId="1076"/>
          <ac:spMkLst>
            <pc:docMk/>
            <pc:sldMk cId="1366080521" sldId="274"/>
            <ac:spMk id="2" creationId="{224D2272-8C83-8EB9-15FC-D743974B3A50}"/>
          </ac:spMkLst>
        </pc:spChg>
        <pc:spChg chg="mod">
          <ac:chgData name="Chinchana Aithappa" userId="89dcf510042f05fd" providerId="LiveId" clId="{DD6C7174-52C8-4B0E-A6E1-98C574A16243}" dt="2026-04-14T07:20:19.432" v="452" actId="1076"/>
          <ac:spMkLst>
            <pc:docMk/>
            <pc:sldMk cId="1366080521" sldId="274"/>
            <ac:spMk id="3" creationId="{E1DC4C4C-BF03-A8FB-48AE-D8065922B3B0}"/>
          </ac:spMkLst>
        </pc:spChg>
      </pc:sldChg>
      <pc:sldChg chg="modSp mod">
        <pc:chgData name="Chinchana Aithappa" userId="89dcf510042f05fd" providerId="LiveId" clId="{DD6C7174-52C8-4B0E-A6E1-98C574A16243}" dt="2026-04-16T05:59:13.607" v="1789" actId="20577"/>
        <pc:sldMkLst>
          <pc:docMk/>
          <pc:sldMk cId="3432447132" sldId="275"/>
        </pc:sldMkLst>
        <pc:spChg chg="mod">
          <ac:chgData name="Chinchana Aithappa" userId="89dcf510042f05fd" providerId="LiveId" clId="{DD6C7174-52C8-4B0E-A6E1-98C574A16243}" dt="2026-04-14T09:41:32.554" v="1010" actId="1076"/>
          <ac:spMkLst>
            <pc:docMk/>
            <pc:sldMk cId="3432447132" sldId="275"/>
            <ac:spMk id="2" creationId="{224D2272-8C83-8EB9-15FC-D743974B3A50}"/>
          </ac:spMkLst>
        </pc:spChg>
        <pc:spChg chg="mod">
          <ac:chgData name="Chinchana Aithappa" userId="89dcf510042f05fd" providerId="LiveId" clId="{DD6C7174-52C8-4B0E-A6E1-98C574A16243}" dt="2026-04-16T05:59:13.607" v="1789" actId="20577"/>
          <ac:spMkLst>
            <pc:docMk/>
            <pc:sldMk cId="3432447132" sldId="275"/>
            <ac:spMk id="3" creationId="{E1DC4C4C-BF03-A8FB-48AE-D8065922B3B0}"/>
          </ac:spMkLst>
        </pc:spChg>
      </pc:sldChg>
      <pc:sldChg chg="modSp mod">
        <pc:chgData name="Chinchana Aithappa" userId="89dcf510042f05fd" providerId="LiveId" clId="{DD6C7174-52C8-4B0E-A6E1-98C574A16243}" dt="2026-04-14T10:08:37.451" v="1244" actId="1076"/>
        <pc:sldMkLst>
          <pc:docMk/>
          <pc:sldMk cId="1295202026" sldId="276"/>
        </pc:sldMkLst>
        <pc:spChg chg="mod">
          <ac:chgData name="Chinchana Aithappa" userId="89dcf510042f05fd" providerId="LiveId" clId="{DD6C7174-52C8-4B0E-A6E1-98C574A16243}" dt="2026-04-14T10:08:37.451" v="1244" actId="1076"/>
          <ac:spMkLst>
            <pc:docMk/>
            <pc:sldMk cId="1295202026" sldId="276"/>
            <ac:spMk id="2" creationId="{224D2272-8C83-8EB9-15FC-D743974B3A50}"/>
          </ac:spMkLst>
        </pc:spChg>
        <pc:spChg chg="mod">
          <ac:chgData name="Chinchana Aithappa" userId="89dcf510042f05fd" providerId="LiveId" clId="{DD6C7174-52C8-4B0E-A6E1-98C574A16243}" dt="2026-04-14T10:07:13.667" v="1242" actId="1076"/>
          <ac:spMkLst>
            <pc:docMk/>
            <pc:sldMk cId="1295202026" sldId="276"/>
            <ac:spMk id="3" creationId="{E1DC4C4C-BF03-A8FB-48AE-D8065922B3B0}"/>
          </ac:spMkLst>
        </pc:spChg>
      </pc:sldChg>
      <pc:sldChg chg="modSp mod">
        <pc:chgData name="Chinchana Aithappa" userId="89dcf510042f05fd" providerId="LiveId" clId="{DD6C7174-52C8-4B0E-A6E1-98C574A16243}" dt="2026-04-14T10:24:30.531" v="1347" actId="255"/>
        <pc:sldMkLst>
          <pc:docMk/>
          <pc:sldMk cId="3177488603" sldId="277"/>
        </pc:sldMkLst>
        <pc:spChg chg="mod">
          <ac:chgData name="Chinchana Aithappa" userId="89dcf510042f05fd" providerId="LiveId" clId="{DD6C7174-52C8-4B0E-A6E1-98C574A16243}" dt="2026-04-14T10:24:30.531" v="1347" actId="255"/>
          <ac:spMkLst>
            <pc:docMk/>
            <pc:sldMk cId="3177488603" sldId="277"/>
            <ac:spMk id="3" creationId="{E1DC4C4C-BF03-A8FB-48AE-D8065922B3B0}"/>
          </ac:spMkLst>
        </pc:spChg>
      </pc:sldChg>
      <pc:sldChg chg="addSp delSp modSp add mod">
        <pc:chgData name="Chinchana Aithappa" userId="89dcf510042f05fd" providerId="LiveId" clId="{DD6C7174-52C8-4B0E-A6E1-98C574A16243}" dt="2026-04-14T09:39:24.256" v="1001" actId="5793"/>
        <pc:sldMkLst>
          <pc:docMk/>
          <pc:sldMk cId="65999823" sldId="279"/>
        </pc:sldMkLst>
        <pc:spChg chg="mod">
          <ac:chgData name="Chinchana Aithappa" userId="89dcf510042f05fd" providerId="LiveId" clId="{DD6C7174-52C8-4B0E-A6E1-98C574A16243}" dt="2026-04-14T09:39:24.256" v="1001" actId="5793"/>
          <ac:spMkLst>
            <pc:docMk/>
            <pc:sldMk cId="65999823" sldId="279"/>
            <ac:spMk id="3" creationId="{E50AEAD5-CF93-8979-F317-6D210B16CDC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287A1-8155-5040-A64E-E50C8AEDB69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9A2FEE-85EF-3940-B96A-0ED489286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48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9A2FEE-85EF-3940-B96A-0ED489286B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790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A9797-09A2-4EAD-90FA-9DE840A4750B}" type="datetime1">
              <a:rPr lang="en-IN" smtClean="0"/>
              <a:t>16-04-2026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ICKECS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066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25DD1-4A14-498B-8636-D028F84BA3C0}" type="datetime1">
              <a:rPr lang="en-IN" smtClean="0"/>
              <a:t>16-04-2026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ICKECS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22">
            <a:extLst>
              <a:ext uri="{FF2B5EF4-FFF2-40B4-BE49-F238E27FC236}">
                <a16:creationId xmlns:a16="http://schemas.microsoft.com/office/drawing/2014/main" id="{675CE0CE-D0DB-AC06-7F8D-0F2CD278429D}"/>
              </a:ext>
            </a:extLst>
          </p:cNvPr>
          <p:cNvSpPr/>
          <p:nvPr userDrawn="1"/>
        </p:nvSpPr>
        <p:spPr>
          <a:xfrm>
            <a:off x="-343300" y="-176065"/>
            <a:ext cx="1460899" cy="1431107"/>
          </a:xfrm>
          <a:custGeom>
            <a:avLst/>
            <a:gdLst/>
            <a:ahLst/>
            <a:cxnLst/>
            <a:rect l="l" t="t" r="r" b="b"/>
            <a:pathLst>
              <a:path w="2193190" h="2193190">
                <a:moveTo>
                  <a:pt x="0" y="0"/>
                </a:moveTo>
                <a:lnTo>
                  <a:pt x="2193190" y="0"/>
                </a:lnTo>
                <a:lnTo>
                  <a:pt x="2193190" y="2193190"/>
                </a:lnTo>
                <a:lnTo>
                  <a:pt x="0" y="21931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665477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B5823-C888-4F30-90E7-910DB72C2CE2}" type="datetime1">
              <a:rPr lang="en-IN" smtClean="0"/>
              <a:t>16-04-2026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ICKECS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925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6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8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4CF49-7F76-4941-8C30-8B5E30B36916}" type="datetime1">
              <a:rPr lang="en-IN" smtClean="0"/>
              <a:t>16-04-2026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ICKECS - 2026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5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6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FCE81-17C9-4746-90BA-5ED92C5A82F0}" type="datetime1">
              <a:rPr lang="en-IN" smtClean="0"/>
              <a:t>16-04-2026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ICKECS - 2026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33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65227-76A1-4DFB-9C3A-4A9A33731889}" type="datetime1">
              <a:rPr lang="en-IN" smtClean="0"/>
              <a:t>16-04-2026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ICKECS - 2026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00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 b="1" i="0" baseline="0"/>
            </a:lvl1pPr>
          </a:lstStyle>
          <a:p>
            <a:fld id="{394080C2-A671-4661-9AF8-746EEC730BAA}" type="datetime1">
              <a:rPr lang="en-IN" smtClean="0"/>
              <a:t>16-04-2026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ICKECS - 2026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b="1" i="0" baseline="0"/>
            </a:lvl1pPr>
          </a:lstStyle>
          <a:p>
            <a:fld id="{C04AB08A-849E-7849-A85F-2850737AC4A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709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8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5" y="6459788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DFD85CCA-D146-441C-BFF1-630533248E62}" type="datetime1">
              <a:rPr lang="en-IN" smtClean="0"/>
              <a:t>16-04-2026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8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ICKECS - 2026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04AB08A-849E-7849-A85F-2850737AC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983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3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08633-8591-432D-B526-59F8527D557A}" type="datetime1">
              <a:rPr lang="en-IN" smtClean="0"/>
              <a:t>16-04-2026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ICKECS - 2026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834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5203B-5A90-4E8F-8E79-A8CE8CC1B890}" type="datetime1">
              <a:rPr lang="en-IN" smtClean="0"/>
              <a:t>16-04-2026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ICKECS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96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14781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1A906-B37C-49EF-A670-C6B3193C8B86}" type="datetime1">
              <a:rPr lang="en-IN" smtClean="0"/>
              <a:t>16-04-2026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ICKECS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827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7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6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2" y="6459788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CCA4BA6-8ED0-49A8-BCE7-4D2388E66560}" type="datetime1">
              <a:rPr lang="en-IN" smtClean="0"/>
              <a:t>16-04-2026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40" y="6459788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ICKECS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5" y="6459788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04AB08A-849E-7849-A85F-2850737AC4A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90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662784" y="4375912"/>
            <a:ext cx="8180472" cy="2667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91"/>
              </a:lnSpc>
            </a:pPr>
            <a:r>
              <a:rPr lang="en-US" sz="2400" b="1" dirty="0">
                <a:latin typeface="Baskerville Old Face" panose="02020602080505020303" pitchFamily="18" charset="0"/>
                <a:ea typeface="+mj-ea"/>
                <a:cs typeface="Calibri"/>
              </a:rPr>
              <a:t>19: An Intelligent System for Remote Care of Parkinson Disease</a:t>
            </a:r>
          </a:p>
        </p:txBody>
      </p:sp>
      <p:sp>
        <p:nvSpPr>
          <p:cNvPr id="6" name="AutoShape 6"/>
          <p:cNvSpPr/>
          <p:nvPr/>
        </p:nvSpPr>
        <p:spPr>
          <a:xfrm>
            <a:off x="311630" y="4078266"/>
            <a:ext cx="8584841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1744072" y="1523448"/>
            <a:ext cx="5448263" cy="800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600" b="1" dirty="0">
                <a:solidFill>
                  <a:srgbClr val="004AAD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4</a:t>
            </a:r>
            <a:r>
              <a:rPr lang="en-US" sz="2600" b="1" baseline="30000" dirty="0">
                <a:solidFill>
                  <a:srgbClr val="004AAD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th</a:t>
            </a:r>
            <a:r>
              <a:rPr lang="en-US" sz="2600" b="1" dirty="0">
                <a:solidFill>
                  <a:srgbClr val="004AAD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 IEEE International Conference </a:t>
            </a:r>
          </a:p>
          <a:p>
            <a:pPr algn="ctr"/>
            <a:r>
              <a:rPr lang="en-US" sz="2600" b="1" dirty="0">
                <a:solidFill>
                  <a:srgbClr val="004AAD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on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3990" y="2538787"/>
            <a:ext cx="6428429" cy="12003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600" b="1" spc="75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Knowledge Engineering </a:t>
            </a:r>
          </a:p>
          <a:p>
            <a:pPr algn="ctr"/>
            <a:r>
              <a:rPr lang="en-US" sz="2600" b="1" spc="75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and </a:t>
            </a:r>
          </a:p>
          <a:p>
            <a:pPr algn="ctr"/>
            <a:r>
              <a:rPr lang="en-US" sz="2600" b="1" spc="75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Communication Systems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64710" y="3818620"/>
            <a:ext cx="2747222" cy="179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11"/>
              </a:lnSpc>
            </a:pPr>
            <a:r>
              <a:rPr lang="en-US" b="1" dirty="0">
                <a:solidFill>
                  <a:srgbClr val="7F271E"/>
                </a:solidFill>
                <a:latin typeface="Montserrat Classic Bold"/>
              </a:rPr>
              <a:t>24</a:t>
            </a:r>
            <a:r>
              <a:rPr lang="en-US" b="1" baseline="30000" dirty="0">
                <a:solidFill>
                  <a:srgbClr val="7F271E"/>
                </a:solidFill>
                <a:latin typeface="Montserrat Classic Bold"/>
              </a:rPr>
              <a:t>th</a:t>
            </a:r>
            <a:r>
              <a:rPr lang="en-US" b="1" dirty="0">
                <a:solidFill>
                  <a:srgbClr val="7F271E"/>
                </a:solidFill>
                <a:latin typeface="Montserrat Classic Bold"/>
              </a:rPr>
              <a:t>  &amp; 25</a:t>
            </a:r>
            <a:r>
              <a:rPr lang="en-US" b="1" baseline="30000" dirty="0">
                <a:solidFill>
                  <a:srgbClr val="7F271E"/>
                </a:solidFill>
                <a:latin typeface="Montserrat Classic Bold"/>
              </a:rPr>
              <a:t>th</a:t>
            </a:r>
            <a:r>
              <a:rPr lang="en-US" b="1" dirty="0">
                <a:solidFill>
                  <a:srgbClr val="7F271E"/>
                </a:solidFill>
                <a:latin typeface="Montserrat Classic Bold"/>
              </a:rPr>
              <a:t>  April, 2026</a:t>
            </a:r>
          </a:p>
        </p:txBody>
      </p:sp>
      <p:sp>
        <p:nvSpPr>
          <p:cNvPr id="22" name="Freeform 22"/>
          <p:cNvSpPr/>
          <p:nvPr/>
        </p:nvSpPr>
        <p:spPr>
          <a:xfrm>
            <a:off x="-103798" y="1659265"/>
            <a:ext cx="1847870" cy="1792210"/>
          </a:xfrm>
          <a:custGeom>
            <a:avLst/>
            <a:gdLst/>
            <a:ahLst/>
            <a:cxnLst/>
            <a:rect l="l" t="t" r="r" b="b"/>
            <a:pathLst>
              <a:path w="2193190" h="2193190">
                <a:moveTo>
                  <a:pt x="0" y="0"/>
                </a:moveTo>
                <a:lnTo>
                  <a:pt x="2193190" y="0"/>
                </a:lnTo>
                <a:lnTo>
                  <a:pt x="2193190" y="2193190"/>
                </a:lnTo>
                <a:lnTo>
                  <a:pt x="0" y="21931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3" name="Freeform 23"/>
          <p:cNvSpPr/>
          <p:nvPr/>
        </p:nvSpPr>
        <p:spPr>
          <a:xfrm>
            <a:off x="7000287" y="2164464"/>
            <a:ext cx="2053038" cy="655777"/>
          </a:xfrm>
          <a:custGeom>
            <a:avLst/>
            <a:gdLst/>
            <a:ahLst/>
            <a:cxnLst/>
            <a:rect l="l" t="t" r="r" b="b"/>
            <a:pathLst>
              <a:path w="3654611" h="909592">
                <a:moveTo>
                  <a:pt x="0" y="0"/>
                </a:moveTo>
                <a:lnTo>
                  <a:pt x="3654610" y="0"/>
                </a:lnTo>
                <a:lnTo>
                  <a:pt x="3654610" y="909592"/>
                </a:lnTo>
                <a:lnTo>
                  <a:pt x="0" y="909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5" name="Subtitle 2"/>
          <p:cNvSpPr txBox="1">
            <a:spLocks/>
          </p:cNvSpPr>
          <p:nvPr/>
        </p:nvSpPr>
        <p:spPr>
          <a:xfrm>
            <a:off x="3565186" y="4777514"/>
            <a:ext cx="2077731" cy="5110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Baskerville Old Face" panose="02020602080505020303" pitchFamily="18" charset="0"/>
              </a:rPr>
              <a:t>Author -1</a:t>
            </a:r>
          </a:p>
          <a:p>
            <a:endParaRPr lang="en-US" sz="2400" dirty="0">
              <a:solidFill>
                <a:schemeClr val="accent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6" name="Subtitle 2"/>
          <p:cNvSpPr txBox="1">
            <a:spLocks/>
          </p:cNvSpPr>
          <p:nvPr/>
        </p:nvSpPr>
        <p:spPr>
          <a:xfrm>
            <a:off x="431196" y="5225009"/>
            <a:ext cx="2077731" cy="511087"/>
          </a:xfrm>
          <a:prstGeom prst="rect">
            <a:avLst/>
          </a:prstGeom>
        </p:spPr>
        <p:txBody>
          <a:bodyPr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5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Baskerville Old Face" panose="02020602080505020303" pitchFamily="18" charset="0"/>
              </a:rPr>
              <a:t>Chinchana -1</a:t>
            </a:r>
          </a:p>
          <a:p>
            <a:endParaRPr lang="en-US" sz="2400" dirty="0">
              <a:solidFill>
                <a:schemeClr val="accent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7" name="Subtitle 2"/>
          <p:cNvSpPr txBox="1">
            <a:spLocks/>
          </p:cNvSpPr>
          <p:nvPr/>
        </p:nvSpPr>
        <p:spPr>
          <a:xfrm>
            <a:off x="2946004" y="5225009"/>
            <a:ext cx="2584633" cy="573620"/>
          </a:xfrm>
          <a:prstGeom prst="rect">
            <a:avLst/>
          </a:prstGeom>
        </p:spPr>
        <p:txBody>
          <a:bodyPr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5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Baskerville Old Face" panose="02020602080505020303" pitchFamily="18" charset="0"/>
              </a:rPr>
              <a:t>Mangala P Shetty -2</a:t>
            </a:r>
          </a:p>
          <a:p>
            <a:endParaRPr lang="en-US" sz="2400" dirty="0">
              <a:solidFill>
                <a:schemeClr val="accent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8" name="Subtitle 2"/>
          <p:cNvSpPr txBox="1">
            <a:spLocks/>
          </p:cNvSpPr>
          <p:nvPr/>
        </p:nvSpPr>
        <p:spPr>
          <a:xfrm>
            <a:off x="5884364" y="5209065"/>
            <a:ext cx="2958892" cy="516468"/>
          </a:xfrm>
          <a:prstGeom prst="rect">
            <a:avLst/>
          </a:prstGeom>
        </p:spPr>
        <p:txBody>
          <a:bodyPr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5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  <a:latin typeface="Baskerville Old Face" panose="02020602080505020303" pitchFamily="18" charset="0"/>
              </a:rPr>
              <a:t>Elrusha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Baskerville Old Face" panose="02020602080505020303" pitchFamily="18" charset="0"/>
              </a:rPr>
              <a:t> Milina </a:t>
            </a: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  <a:latin typeface="Baskerville Old Face" panose="02020602080505020303" pitchFamily="18" charset="0"/>
              </a:rPr>
              <a:t>D’sa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Baskerville Old Face" panose="02020602080505020303" pitchFamily="18" charset="0"/>
              </a:rPr>
              <a:t> -3</a:t>
            </a:r>
          </a:p>
          <a:p>
            <a:endParaRPr lang="en-US" sz="2400" dirty="0">
              <a:solidFill>
                <a:schemeClr val="accent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9" name="Subtitle 2"/>
          <p:cNvSpPr txBox="1">
            <a:spLocks/>
          </p:cNvSpPr>
          <p:nvPr/>
        </p:nvSpPr>
        <p:spPr>
          <a:xfrm>
            <a:off x="2964022" y="5798637"/>
            <a:ext cx="2705946" cy="573627"/>
          </a:xfrm>
          <a:prstGeom prst="rect">
            <a:avLst/>
          </a:prstGeom>
        </p:spPr>
        <p:txBody>
          <a:bodyPr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5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Baskerville Old Face" panose="02020602080505020303" pitchFamily="18" charset="0"/>
              </a:rPr>
              <a:t>Spoorthi Shetty-4</a:t>
            </a:r>
          </a:p>
          <a:p>
            <a:endParaRPr lang="en-US" sz="2400" dirty="0">
              <a:solidFill>
                <a:schemeClr val="accent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CC6DAF-BBEE-3122-347B-66B2F5F207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999" y="62732"/>
            <a:ext cx="7598104" cy="138141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21F1E-6227-BA7A-5DBF-CCB8A7DE5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D152-13B7-4F77-8188-59B8CA939FD1}" type="datetime1">
              <a:rPr lang="en-IN" smtClean="0"/>
              <a:t>16-04-2026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A2C53CD-A8BB-3197-A16F-C4D8DAEDE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ICKECS - 2026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B7D965-981A-BCC5-F8DF-D14C7D70C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449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2272-8C83-8EB9-15FC-D743974B3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327" y="-49161"/>
            <a:ext cx="7543800" cy="1450757"/>
          </a:xfrm>
        </p:spPr>
        <p:txBody>
          <a:bodyPr>
            <a:normAutofit/>
          </a:bodyPr>
          <a:lstStyle/>
          <a:p>
            <a:r>
              <a:rPr lang="en-US" sz="36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C4C4C-BF03-A8FB-48AE-D8065922B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327" y="2016689"/>
            <a:ext cx="7770535" cy="4443099"/>
          </a:xfrm>
        </p:spPr>
        <p:txBody>
          <a:bodyPr>
            <a:normAutofit/>
          </a:bodyPr>
          <a:lstStyle/>
          <a:p>
            <a:pPr marL="639763" indent="-457200">
              <a:buFont typeface="Wingdings" pitchFamily="2" charset="2"/>
              <a:buChar char="§"/>
            </a:pPr>
            <a:r>
              <a:rPr lang="en-US" sz="2600" dirty="0"/>
              <a:t>Parkinson’s disease affects movement and daily life</a:t>
            </a:r>
          </a:p>
          <a:p>
            <a:pPr marL="639763" indent="-457200">
              <a:buFont typeface="Wingdings" pitchFamily="2" charset="2"/>
              <a:buChar char="§"/>
            </a:pPr>
            <a:r>
              <a:rPr lang="en-US" sz="2600" dirty="0"/>
              <a:t>Requires early detection and continuous care</a:t>
            </a:r>
          </a:p>
          <a:p>
            <a:pPr marL="639763" indent="-457200">
              <a:buFont typeface="Wingdings" pitchFamily="2" charset="2"/>
              <a:buChar char="§"/>
            </a:pPr>
            <a:r>
              <a:rPr lang="en-US" sz="2800" dirty="0"/>
              <a:t>Lack of a complete system for Parkinson’s patient care</a:t>
            </a:r>
          </a:p>
          <a:p>
            <a:pPr marL="639763" indent="-457200">
              <a:buFont typeface="Wingdings" pitchFamily="2" charset="2"/>
              <a:buChar char="§"/>
            </a:pPr>
            <a:r>
              <a:rPr lang="en-US" sz="2600" dirty="0"/>
              <a:t>Need for detection + reminders + doctor support</a:t>
            </a:r>
          </a:p>
          <a:p>
            <a:pPr marL="639763" indent="-457200">
              <a:buFont typeface="Wingdings" pitchFamily="2" charset="2"/>
              <a:buChar char="§"/>
            </a:pPr>
            <a:r>
              <a:rPr lang="en-IN" sz="2600" dirty="0"/>
              <a:t>Android-based Parkinson App</a:t>
            </a:r>
          </a:p>
          <a:p>
            <a:pPr marL="182563" indent="0">
              <a:buNone/>
            </a:pPr>
            <a:endParaRPr lang="en-US" sz="2800" dirty="0"/>
          </a:p>
          <a:p>
            <a:pPr marL="182563" indent="0">
              <a:buNone/>
            </a:pPr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55192-3045-0CD6-C931-93549268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91F0-83CF-4AA4-9607-C948F846BFBE}" type="datetime1">
              <a:rPr lang="en-IN" smtClean="0"/>
              <a:t>16-04-2026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12E99-AFA7-895F-2EF3-B8871BE1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ICKECS - 2026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9EB05-D088-7AD0-6824-EE85B3EA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187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2272-8C83-8EB9-15FC-D743974B3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564" y="0"/>
            <a:ext cx="7543800" cy="1450757"/>
          </a:xfrm>
        </p:spPr>
        <p:txBody>
          <a:bodyPr>
            <a:normAutofit/>
          </a:bodyPr>
          <a:lstStyle/>
          <a:p>
            <a:r>
              <a:rPr lang="en-IN" sz="3600" dirty="0"/>
              <a:t>Problem Statement/</a:t>
            </a:r>
            <a:r>
              <a:rPr lang="en-US" sz="3600" dirty="0"/>
              <a:t>Objectives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C4C4C-BF03-A8FB-48AE-D8065922B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0768" y="2018068"/>
            <a:ext cx="7737663" cy="4097595"/>
          </a:xfrm>
        </p:spPr>
        <p:txBody>
          <a:bodyPr>
            <a:normAutofit/>
          </a:bodyPr>
          <a:lstStyle/>
          <a:p>
            <a:pPr lvl="2">
              <a:buFont typeface="Wingdings" pitchFamily="2" charset="2"/>
              <a:buChar char="§"/>
            </a:pPr>
            <a:r>
              <a:rPr lang="en-US" sz="2600" dirty="0"/>
              <a:t>Detect Parkinson’s using voice features</a:t>
            </a:r>
          </a:p>
          <a:p>
            <a:pPr lvl="2">
              <a:buFont typeface="Wingdings" pitchFamily="2" charset="2"/>
              <a:buChar char="§"/>
            </a:pPr>
            <a:r>
              <a:rPr lang="en-US" sz="2800" dirty="0"/>
              <a:t>Develop an Android-based application for detection</a:t>
            </a:r>
          </a:p>
          <a:p>
            <a:pPr lvl="2">
              <a:buFont typeface="Wingdings" pitchFamily="2" charset="2"/>
              <a:buChar char="§"/>
            </a:pPr>
            <a:r>
              <a:rPr lang="en-US" sz="2800" dirty="0"/>
              <a:t>Provide reminders for medication and daily activities</a:t>
            </a:r>
          </a:p>
          <a:p>
            <a:pPr lvl="2">
              <a:buFont typeface="Wingdings" pitchFamily="2" charset="2"/>
              <a:buChar char="§"/>
            </a:pPr>
            <a:r>
              <a:rPr lang="en-US" sz="2800" dirty="0"/>
              <a:t>Enable doctor connectivity for patient support</a:t>
            </a:r>
          </a:p>
          <a:p>
            <a:pPr lvl="2">
              <a:buFont typeface="Wingdings" pitchFamily="2" charset="2"/>
              <a:buChar char="§"/>
            </a:pPr>
            <a:r>
              <a:rPr lang="en-US" sz="2800" dirty="0"/>
              <a:t>Improve overall patient care and management</a:t>
            </a:r>
            <a:endParaRPr lang="en-US" sz="2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55192-3045-0CD6-C931-93549268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91F0-83CF-4AA4-9607-C948F846BFBE}" type="datetime1">
              <a:rPr lang="en-IN" smtClean="0"/>
              <a:t>16-04-2026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12E99-AFA7-895F-2EF3-B8871BE1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ICKECS - 2026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9EB05-D088-7AD0-6824-EE85B3EA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090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2272-8C83-8EB9-15FC-D743974B3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2" y="0"/>
            <a:ext cx="8162420" cy="1355582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Related work/Review of 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C4C4C-BF03-A8FB-48AE-D8065922B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091" y="2052250"/>
            <a:ext cx="7750470" cy="442945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600" dirty="0"/>
              <a:t>Machine Learning and Deep Learning models                        (CNN) used for Parkinson’s detection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/>
              <a:t>Focus mainly on detection only</a:t>
            </a:r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55192-3045-0CD6-C931-93549268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E261-4006-496B-B8E6-9CF8FB209DA3}" type="datetime1">
              <a:rPr lang="en-IN" smtClean="0"/>
              <a:t>16-04-2026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12E99-AFA7-895F-2EF3-B8871BE1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ICKECS - 2026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9EB05-D088-7AD0-6824-EE85B3EA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8D39A1E-46F3-1C53-17B6-71E5DD8A9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807713"/>
              </p:ext>
            </p:extLst>
          </p:nvPr>
        </p:nvGraphicFramePr>
        <p:xfrm>
          <a:off x="1128982" y="3520921"/>
          <a:ext cx="7606579" cy="2480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316">
                  <a:extLst>
                    <a:ext uri="{9D8B030D-6E8A-4147-A177-3AD203B41FA5}">
                      <a16:colId xmlns:a16="http://schemas.microsoft.com/office/drawing/2014/main" val="4177372769"/>
                    </a:ext>
                  </a:extLst>
                </a:gridCol>
                <a:gridCol w="1755827">
                  <a:extLst>
                    <a:ext uri="{9D8B030D-6E8A-4147-A177-3AD203B41FA5}">
                      <a16:colId xmlns:a16="http://schemas.microsoft.com/office/drawing/2014/main" val="2879028638"/>
                    </a:ext>
                  </a:extLst>
                </a:gridCol>
                <a:gridCol w="1286804">
                  <a:extLst>
                    <a:ext uri="{9D8B030D-6E8A-4147-A177-3AD203B41FA5}">
                      <a16:colId xmlns:a16="http://schemas.microsoft.com/office/drawing/2014/main" val="4069724800"/>
                    </a:ext>
                  </a:extLst>
                </a:gridCol>
                <a:gridCol w="1569420">
                  <a:extLst>
                    <a:ext uri="{9D8B030D-6E8A-4147-A177-3AD203B41FA5}">
                      <a16:colId xmlns:a16="http://schemas.microsoft.com/office/drawing/2014/main" val="1582745326"/>
                    </a:ext>
                  </a:extLst>
                </a:gridCol>
                <a:gridCol w="1473212">
                  <a:extLst>
                    <a:ext uri="{9D8B030D-6E8A-4147-A177-3AD203B41FA5}">
                      <a16:colId xmlns:a16="http://schemas.microsoft.com/office/drawing/2014/main" val="3339137342"/>
                    </a:ext>
                  </a:extLst>
                </a:gridCol>
              </a:tblGrid>
              <a:tr h="823476">
                <a:tc>
                  <a:txBody>
                    <a:bodyPr/>
                    <a:lstStyle/>
                    <a:p>
                      <a:r>
                        <a:rPr lang="en-US" dirty="0"/>
                        <a:t>Authors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Methodology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Metrics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205167"/>
                  </a:ext>
                </a:extLst>
              </a:tr>
              <a:tr h="828339">
                <a:tc>
                  <a:txBody>
                    <a:bodyPr/>
                    <a:lstStyle/>
                    <a:p>
                      <a:r>
                        <a:rPr lang="en-IN" dirty="0"/>
                        <a:t>Islam &amp; Zhang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CNN (MRI-based)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Accurate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Only detection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310624"/>
                  </a:ext>
                </a:extLst>
              </a:tr>
              <a:tr h="828339">
                <a:tc>
                  <a:txBody>
                    <a:bodyPr/>
                    <a:lstStyle/>
                    <a:p>
                      <a:r>
                        <a:rPr lang="en-IN" dirty="0"/>
                        <a:t>Sarraf &amp; </a:t>
                      </a:r>
                      <a:r>
                        <a:rPr lang="en-IN" dirty="0" err="1"/>
                        <a:t>Tofighi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Deep CNN (MRI/fMRI)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Effective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808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6930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2272-8C83-8EB9-15FC-D743974B3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564" y="0"/>
            <a:ext cx="7543800" cy="1450757"/>
          </a:xfrm>
        </p:spPr>
        <p:txBody>
          <a:bodyPr>
            <a:normAutofit/>
          </a:bodyPr>
          <a:lstStyle/>
          <a:p>
            <a:pPr algn="just"/>
            <a:r>
              <a:rPr lang="en-IN" sz="3600" dirty="0"/>
              <a:t>Research Gaps /Open Issues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C4C4C-BF03-A8FB-48AE-D8065922B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611" y="1865399"/>
            <a:ext cx="7750770" cy="43879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/>
              <a:t>What is missing in existing work?</a:t>
            </a:r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No single system combining detection, reminders, and doctor support</a:t>
            </a:r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Limited focus on continuous patient care and monitoring</a:t>
            </a:r>
            <a:endParaRPr lang="en-US" sz="2600" b="1" dirty="0"/>
          </a:p>
          <a:p>
            <a:pPr marL="0" indent="0">
              <a:buNone/>
            </a:pPr>
            <a:r>
              <a:rPr lang="en-US" sz="2600" b="1" dirty="0"/>
              <a:t>Why your work is needed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/>
              <a:t>To provide an all-in-one platform for Parkinson’s management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/>
              <a:t>To improve patient care and accessibility through a mobile solution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600" dirty="0"/>
          </a:p>
          <a:p>
            <a:pPr>
              <a:buFont typeface="Wingdings" panose="05000000000000000000" pitchFamily="2" charset="2"/>
              <a:buChar char="§"/>
            </a:pPr>
            <a:endParaRPr lang="en-US" sz="2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55192-3045-0CD6-C931-93549268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E261-4006-496B-B8E6-9CF8FB209DA3}" type="datetime1">
              <a:rPr lang="en-IN" smtClean="0"/>
              <a:t>16-04-2026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12E99-AFA7-895F-2EF3-B8871BE1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ICKECS - 2026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9EB05-D088-7AD0-6824-EE85B3EA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080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2272-8C83-8EB9-15FC-D743974B3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779" y="435863"/>
            <a:ext cx="6285763" cy="968434"/>
          </a:xfrm>
        </p:spPr>
        <p:txBody>
          <a:bodyPr>
            <a:normAutofit/>
          </a:bodyPr>
          <a:lstStyle/>
          <a:p>
            <a:r>
              <a:rPr lang="en-US" sz="3600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C4C4C-BF03-A8FB-48AE-D8065922B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908086" cy="4476408"/>
          </a:xfrm>
        </p:spPr>
        <p:txBody>
          <a:bodyPr>
            <a:normAutofit fontScale="85000" lnSpcReduction="20000"/>
          </a:bodyPr>
          <a:lstStyle/>
          <a:p>
            <a:r>
              <a:rPr lang="en-US" sz="2600" dirty="0"/>
              <a:t>                              </a:t>
            </a:r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                              </a:t>
            </a:r>
          </a:p>
          <a:p>
            <a:pPr marL="0" indent="0">
              <a:buNone/>
            </a:pPr>
            <a:r>
              <a:rPr lang="en-US" sz="2600" dirty="0"/>
              <a:t>                                         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                                                                          </a:t>
            </a:r>
          </a:p>
          <a:p>
            <a:pPr marL="0" indent="0">
              <a:buNone/>
            </a:pPr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55192-3045-0CD6-C931-93549268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F407E-5861-4C74-84F0-A8C0DD26929E}" type="datetime1">
              <a:rPr lang="en-IN" smtClean="0"/>
              <a:t>16-04-2026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12E99-AFA7-895F-2EF3-B8871BE1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ICKECS - 2026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9EB05-D088-7AD0-6824-EE85B3EA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6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8791DA2-701D-5E7E-132D-A7A5995FD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154" y="1845734"/>
            <a:ext cx="4136589" cy="437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64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25E41-0434-908F-8B04-4D9D37746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AEAD5-CF93-8979-F317-6D210B16C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472" y="855406"/>
            <a:ext cx="7849090" cy="4365523"/>
          </a:xfrm>
        </p:spPr>
        <p:txBody>
          <a:bodyPr>
            <a:normAutofit fontScale="25000" lnSpcReduction="20000"/>
          </a:bodyPr>
          <a:lstStyle/>
          <a:p>
            <a:endParaRPr lang="en-IN" sz="8000" b="1" dirty="0"/>
          </a:p>
          <a:p>
            <a:pPr marL="0" indent="0">
              <a:buNone/>
            </a:pPr>
            <a:r>
              <a:rPr lang="en-IN" sz="10400" b="1" dirty="0"/>
              <a:t>Model Overview</a:t>
            </a:r>
          </a:p>
          <a:p>
            <a:endParaRPr lang="en-US" sz="4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0400" dirty="0"/>
              <a:t>CNN model used for Parkinson’s detection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0400" dirty="0"/>
              <a:t>Trained on biomedical voice features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0400" dirty="0"/>
              <a:t>Classifies input as Parkinson’s or Healthy</a:t>
            </a:r>
          </a:p>
          <a:p>
            <a:r>
              <a:rPr lang="en-IN" sz="10400" b="1" dirty="0"/>
              <a:t>Working Steps</a:t>
            </a:r>
            <a:endParaRPr lang="en-US" sz="104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0400" dirty="0"/>
              <a:t> User inputs voice data via mobile app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0400" dirty="0"/>
              <a:t>Data is processed and analyzed using CNN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0400" dirty="0"/>
              <a:t>System predicts and displays result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8000" dirty="0"/>
          </a:p>
          <a:p>
            <a:pPr marL="0" indent="0">
              <a:buNone/>
            </a:pPr>
            <a:endParaRPr lang="en-US" sz="8000" dirty="0"/>
          </a:p>
          <a:p>
            <a:pPr marL="0" indent="0">
              <a:buNone/>
            </a:pPr>
            <a:endParaRPr lang="en-US" sz="8000" dirty="0"/>
          </a:p>
          <a:p>
            <a:pPr marL="0" indent="0">
              <a:buNone/>
            </a:pPr>
            <a:endParaRPr lang="en-US" sz="2800" dirty="0"/>
          </a:p>
          <a:p>
            <a:endParaRPr lang="en-US" sz="2600" dirty="0"/>
          </a:p>
          <a:p>
            <a:r>
              <a:rPr lang="en-US" sz="2600" dirty="0"/>
              <a:t>                              </a:t>
            </a:r>
          </a:p>
          <a:p>
            <a:pPr marL="0" indent="0">
              <a:buNone/>
            </a:pPr>
            <a:r>
              <a:rPr lang="en-US" sz="2600" dirty="0"/>
              <a:t>                                    </a:t>
            </a:r>
            <a:endParaRPr lang="en-US" sz="2600" b="1" dirty="0"/>
          </a:p>
          <a:p>
            <a:pPr marL="0" indent="0">
              <a:buNone/>
            </a:pPr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97942-3C4F-13C0-F100-E9E0E698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F407E-5861-4C74-84F0-A8C0DD26929E}" type="datetime1">
              <a:rPr lang="en-IN" smtClean="0"/>
              <a:t>16-04-2026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2D2AA-61CA-7C4E-9C24-444763338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ICKECS - 2026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53E48-6D01-3119-B9E7-CC1E51349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99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2272-8C83-8EB9-15FC-D743974B3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564" y="0"/>
            <a:ext cx="7543800" cy="1450757"/>
          </a:xfrm>
        </p:spPr>
        <p:txBody>
          <a:bodyPr>
            <a:normAutofit/>
          </a:bodyPr>
          <a:lstStyle/>
          <a:p>
            <a:r>
              <a:rPr lang="en-IN" sz="3600" dirty="0"/>
              <a:t>Implementation Details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C4C4C-BF03-A8FB-48AE-D8065922B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0275" y="1880035"/>
            <a:ext cx="7849093" cy="443708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3400" b="1" dirty="0"/>
              <a:t>Tools &amp; technologies used</a:t>
            </a:r>
          </a:p>
          <a:p>
            <a:pPr>
              <a:buFont typeface="Wingdings" pitchFamily="2" charset="2"/>
              <a:buChar char="§"/>
            </a:pPr>
            <a:r>
              <a:rPr lang="en-IN" sz="3400" dirty="0"/>
              <a:t>Android Studio, Python, Django</a:t>
            </a:r>
          </a:p>
          <a:p>
            <a:pPr marL="0" indent="0">
              <a:buNone/>
            </a:pPr>
            <a:r>
              <a:rPr lang="en-IN" sz="3400" b="1" dirty="0"/>
              <a:t>Software details</a:t>
            </a:r>
          </a:p>
          <a:p>
            <a:pPr>
              <a:buFont typeface="Wingdings" pitchFamily="2" charset="2"/>
              <a:buChar char="§"/>
            </a:pPr>
            <a:r>
              <a:rPr lang="en-IN" sz="3400" dirty="0"/>
              <a:t>CNN model for Parkinson’s detection</a:t>
            </a:r>
          </a:p>
          <a:p>
            <a:pPr>
              <a:buFont typeface="Wingdings" pitchFamily="2" charset="2"/>
              <a:buChar char="§"/>
            </a:pPr>
            <a:r>
              <a:rPr lang="en-IN" sz="3400" dirty="0"/>
              <a:t>MySQL database for data storage</a:t>
            </a:r>
          </a:p>
          <a:p>
            <a:pPr marL="0" indent="0">
              <a:buNone/>
            </a:pPr>
            <a:r>
              <a:rPr lang="en-IN" sz="3400" b="1" dirty="0"/>
              <a:t>Hardware details</a:t>
            </a:r>
          </a:p>
          <a:p>
            <a:pPr>
              <a:buFont typeface="Wingdings" pitchFamily="2" charset="2"/>
              <a:buChar char="§"/>
            </a:pPr>
            <a:r>
              <a:rPr lang="en-IN" sz="3400" dirty="0"/>
              <a:t>Laptop/PC for model training</a:t>
            </a:r>
          </a:p>
          <a:p>
            <a:pPr>
              <a:buFont typeface="Wingdings" pitchFamily="2" charset="2"/>
              <a:buChar char="§"/>
            </a:pPr>
            <a:r>
              <a:rPr lang="en-IN" sz="3400" dirty="0"/>
              <a:t>Android mobile device</a:t>
            </a:r>
          </a:p>
          <a:p>
            <a:pPr marL="0" indent="0">
              <a:buNone/>
            </a:pPr>
            <a:r>
              <a:rPr lang="en-IN" sz="3400" b="1" dirty="0"/>
              <a:t>Dataset details (if ML/AI paper)</a:t>
            </a:r>
          </a:p>
          <a:p>
            <a:pPr>
              <a:buFont typeface="Wingdings" pitchFamily="2" charset="2"/>
              <a:buChar char="§"/>
            </a:pPr>
            <a:r>
              <a:rPr lang="en-IN" sz="3400" dirty="0"/>
              <a:t>Biomedical voice dataset (Kaggle)</a:t>
            </a:r>
          </a:p>
          <a:p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55192-3045-0CD6-C931-93549268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1FDA-DA53-48A7-98E1-8C63F21457AD}" type="datetime1">
              <a:rPr lang="en-IN" smtClean="0"/>
              <a:t>16-04-2026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12E99-AFA7-895F-2EF3-B8871BE1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ICKECS - 2026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9EB05-D088-7AD0-6824-EE85B3EA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962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2272-8C83-8EB9-15FC-D743974B3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564" y="0"/>
            <a:ext cx="7543800" cy="1450757"/>
          </a:xfrm>
        </p:spPr>
        <p:txBody>
          <a:bodyPr>
            <a:normAutofit/>
          </a:bodyPr>
          <a:lstStyle/>
          <a:p>
            <a:r>
              <a:rPr lang="en-IN" sz="3600" dirty="0"/>
              <a:t>Experimental Setup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C4C4C-BF03-A8FB-48AE-D8065922B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0275" y="1845734"/>
            <a:ext cx="7770435" cy="4397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/>
              <a:t>Test environment</a:t>
            </a:r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Developed using </a:t>
            </a:r>
            <a:r>
              <a:rPr lang="en-US" sz="2600" dirty="0" err="1"/>
              <a:t>Python,Django</a:t>
            </a:r>
            <a:r>
              <a:rPr lang="en-US" sz="2600" dirty="0"/>
              <a:t> &amp; Android Studio</a:t>
            </a:r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Executed on standard laptop/PC</a:t>
            </a:r>
          </a:p>
          <a:p>
            <a:pPr marL="0" indent="0">
              <a:buNone/>
            </a:pPr>
            <a:r>
              <a:rPr lang="en-US" sz="2600" b="1" dirty="0"/>
              <a:t>Parameters used</a:t>
            </a:r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Voice features: jitter, shimmer, frequency</a:t>
            </a:r>
          </a:p>
          <a:p>
            <a:pPr>
              <a:buFont typeface="Wingdings" pitchFamily="2" charset="2"/>
              <a:buChar char="§"/>
            </a:pPr>
            <a:r>
              <a:rPr lang="en-IN" sz="2600" dirty="0"/>
              <a:t>CNN model parameters for classification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/>
              <a:t>Training/testing split </a:t>
            </a:r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Dataset split into 80% training and 20% testing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55192-3045-0CD6-C931-93549268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1FDA-DA53-48A7-98E1-8C63F21457AD}" type="datetime1">
              <a:rPr lang="en-IN" smtClean="0"/>
              <a:t>16-04-2026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12E99-AFA7-895F-2EF3-B8871BE1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ICKECS - 2026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9EB05-D088-7AD0-6824-EE85B3EA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447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2272-8C83-8EB9-15FC-D743974B3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2" y="0"/>
            <a:ext cx="7543800" cy="1450757"/>
          </a:xfrm>
        </p:spPr>
        <p:txBody>
          <a:bodyPr>
            <a:normAutofit/>
          </a:bodyPr>
          <a:lstStyle/>
          <a:p>
            <a:r>
              <a:rPr lang="en-IN" sz="3600" dirty="0"/>
              <a:t>Results, Analysis &amp; Discussion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C4C4C-BF03-A8FB-48AE-D8065922B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8933" y="1943945"/>
            <a:ext cx="7809764" cy="442724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Accuracy: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98%</a:t>
            </a:r>
          </a:p>
          <a:p>
            <a:pPr marL="0" indent="0">
              <a:buNone/>
            </a:pPr>
            <a:r>
              <a:rPr lang="en-US" sz="2600" b="1" dirty="0"/>
              <a:t>Interpretation of results</a:t>
            </a:r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Model provides high and reliable prediction</a:t>
            </a:r>
          </a:p>
          <a:p>
            <a:pPr marL="0" indent="0">
              <a:buNone/>
            </a:pPr>
            <a:r>
              <a:rPr lang="en-US" sz="2600" b="1" dirty="0"/>
              <a:t>Strengths of your approach</a:t>
            </a:r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Integrated system (detection + reminders + doctor connect)</a:t>
            </a:r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CNN improves detection using voice features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55192-3045-0CD6-C931-93549268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1FDA-DA53-48A7-98E1-8C63F21457AD}" type="datetime1">
              <a:rPr lang="en-IN" smtClean="0"/>
              <a:t>16-04-2026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12E99-AFA7-895F-2EF3-B8871BE1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ICKECS - 2026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9EB05-D088-7AD0-6824-EE85B3EA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02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2272-8C83-8EB9-15FC-D743974B3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3087"/>
            <a:ext cx="7543800" cy="1450757"/>
          </a:xfrm>
        </p:spPr>
        <p:txBody>
          <a:bodyPr>
            <a:normAutofit/>
          </a:bodyPr>
          <a:lstStyle/>
          <a:p>
            <a:r>
              <a:rPr lang="en-US" sz="3600" dirty="0"/>
              <a:t>Conclusions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C4C4C-BF03-A8FB-48AE-D8065922B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617" y="1737363"/>
            <a:ext cx="7819596" cy="44174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b="1" dirty="0"/>
              <a:t>Key contributions </a:t>
            </a:r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Developed an integrated Parkinson App for detection and patient support</a:t>
            </a:r>
          </a:p>
          <a:p>
            <a:pPr marL="0" indent="0">
              <a:buNone/>
            </a:pPr>
            <a:r>
              <a:rPr lang="en-US" sz="2600" b="1" dirty="0"/>
              <a:t>What problem you solved</a:t>
            </a:r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Provided a unified system for early detection and continuous care</a:t>
            </a:r>
          </a:p>
          <a:p>
            <a:pPr marL="0" indent="0">
              <a:buNone/>
            </a:pPr>
            <a:r>
              <a:rPr lang="en-IN" sz="2600" b="1" dirty="0"/>
              <a:t>Future Work / Improvements</a:t>
            </a:r>
          </a:p>
          <a:p>
            <a:pPr>
              <a:buFont typeface="Wingdings" pitchFamily="2" charset="2"/>
              <a:buChar char="§"/>
            </a:pPr>
            <a:r>
              <a:rPr lang="en-IN" sz="2600" dirty="0"/>
              <a:t>Integration with wearable devices</a:t>
            </a:r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Enable telehealth and remote consultation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55192-3045-0CD6-C931-93549268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B0AEC-AF15-42F3-9836-346566E9173C}" type="datetime1">
              <a:rPr lang="en-IN" smtClean="0"/>
              <a:t>16-04-2026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12E99-AFA7-895F-2EF3-B8871BE1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ICKECS - 2026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9EB05-D088-7AD0-6824-EE85B3EA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706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2272-8C83-8EB9-15FC-D743974B3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564" y="0"/>
            <a:ext cx="7543800" cy="1450757"/>
          </a:xfrm>
        </p:spPr>
        <p:txBody>
          <a:bodyPr>
            <a:normAutofit/>
          </a:bodyPr>
          <a:lstStyle/>
          <a:p>
            <a:r>
              <a:rPr lang="en-US" sz="3600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C4C4C-BF03-A8FB-48AE-D8065922B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108" y="2151293"/>
            <a:ext cx="7543801" cy="4023360"/>
          </a:xfrm>
        </p:spPr>
        <p:txBody>
          <a:bodyPr>
            <a:normAutofit/>
          </a:bodyPr>
          <a:lstStyle/>
          <a:p>
            <a:r>
              <a:rPr lang="en-US" sz="2600" dirty="0"/>
              <a:t>[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600" dirty="0"/>
              <a:t>] A. Rezaei and Z. Karimian, “AI-based healthcare systems: Techniques and challenges,”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</a:t>
            </a:r>
            <a:r>
              <a:rPr lang="en-US" sz="2600" dirty="0"/>
              <a:t>.</a:t>
            </a:r>
          </a:p>
          <a:p>
            <a:r>
              <a:rPr lang="en-US" sz="2600" dirty="0"/>
              <a:t>[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600" dirty="0"/>
              <a:t>]</a:t>
            </a:r>
            <a:r>
              <a:rPr lang="en-IN" sz="2600" dirty="0"/>
              <a:t> J. Islam and Y. Zhang, “Brain MRI analysis for Alzheimer’s disease using deep CNN,”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2018</a:t>
            </a:r>
            <a:r>
              <a:rPr lang="en-IN" sz="2600" dirty="0"/>
              <a:t>.</a:t>
            </a:r>
          </a:p>
          <a:p>
            <a:r>
              <a:rPr lang="en-IN" sz="2600" dirty="0"/>
              <a:t>[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600" dirty="0"/>
              <a:t>] </a:t>
            </a:r>
            <a:r>
              <a:rPr lang="en-US" sz="2600" dirty="0"/>
              <a:t>R. Varghese and P. Ramesh, “Reminder systems in mHealth applications: A review,”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  <a:r>
              <a:rPr lang="en-US" sz="2600" dirty="0"/>
              <a:t>.</a:t>
            </a:r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55192-3045-0CD6-C931-93549268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50CB-C2D6-4022-8C6D-70F7406F662D}" type="datetime1">
              <a:rPr lang="en-IN" smtClean="0"/>
              <a:t>16-04-2026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12E99-AFA7-895F-2EF3-B8871BE1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ICKECS - 2026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9EB05-D088-7AD0-6824-EE85B3EA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48860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eorgia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715</TotalTime>
  <Words>581</Words>
  <Application>Microsoft Office PowerPoint</Application>
  <PresentationFormat>On-screen Show (4:3)</PresentationFormat>
  <Paragraphs>166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Microsoft YaHei</vt:lpstr>
      <vt:lpstr>Baskerville Old Face</vt:lpstr>
      <vt:lpstr>Bookman Old Style</vt:lpstr>
      <vt:lpstr>Calibri</vt:lpstr>
      <vt:lpstr>Gadugi</vt:lpstr>
      <vt:lpstr>Georgia</vt:lpstr>
      <vt:lpstr>Montserrat Classic Bold</vt:lpstr>
      <vt:lpstr>Times New Roman</vt:lpstr>
      <vt:lpstr>Wingdings</vt:lpstr>
      <vt:lpstr>Retrospect</vt:lpstr>
      <vt:lpstr>PowerPoint Presentation</vt:lpstr>
      <vt:lpstr>Introduction</vt:lpstr>
      <vt:lpstr>Problem Statement/Objectives</vt:lpstr>
      <vt:lpstr>Related work/Review of literature</vt:lpstr>
      <vt:lpstr>Research Gaps /Open Issues</vt:lpstr>
      <vt:lpstr>Proposed Methodology</vt:lpstr>
      <vt:lpstr>PowerPoint Presentation</vt:lpstr>
      <vt:lpstr>Implementation Details</vt:lpstr>
      <vt:lpstr>Experimental Setup</vt:lpstr>
      <vt:lpstr>Results, Analysis &amp; Discussion</vt:lpstr>
      <vt:lpstr>Conclusions and future work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hodcsesjcit@outlook.com</dc:creator>
  <cp:lastModifiedBy>Chinchana Aithappa</cp:lastModifiedBy>
  <cp:revision>36</cp:revision>
  <dcterms:created xsi:type="dcterms:W3CDTF">2024-04-05T13:23:24Z</dcterms:created>
  <dcterms:modified xsi:type="dcterms:W3CDTF">2026-04-16T06:06:49Z</dcterms:modified>
</cp:coreProperties>
</file>